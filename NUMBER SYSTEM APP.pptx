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 SYSTEM APP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Automation of the number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Automation of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Team Members: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/>
          <a:lstStyle/>
          <a:p>
            <a:r>
              <a:rPr lang="en-US" dirty="0" smtClean="0"/>
              <a:t>1.Joan </a:t>
            </a:r>
            <a:r>
              <a:rPr lang="en-US" dirty="0" err="1" smtClean="0"/>
              <a:t>Wanjiru</a:t>
            </a:r>
            <a:endParaRPr lang="en-US" dirty="0" smtClean="0"/>
          </a:p>
          <a:p>
            <a:r>
              <a:rPr lang="en-US" dirty="0" smtClean="0"/>
              <a:t> 2.Victory </a:t>
            </a:r>
            <a:r>
              <a:rPr lang="en-US" dirty="0" err="1" smtClean="0"/>
              <a:t>Mwendwa</a:t>
            </a:r>
            <a:endParaRPr lang="en-US" dirty="0" smtClean="0"/>
          </a:p>
          <a:p>
            <a:r>
              <a:rPr lang="en-US" dirty="0" smtClean="0"/>
              <a:t> 3.Pascal </a:t>
            </a:r>
            <a:r>
              <a:rPr lang="en-US" dirty="0" err="1" smtClean="0"/>
              <a:t>Kamau</a:t>
            </a:r>
            <a:endParaRPr lang="en-US" dirty="0" smtClean="0"/>
          </a:p>
          <a:p>
            <a:r>
              <a:rPr lang="en-US" dirty="0" smtClean="0"/>
              <a:t> 4.Elvis</a:t>
            </a:r>
          </a:p>
          <a:p>
            <a:r>
              <a:rPr lang="en-US" dirty="0" smtClean="0"/>
              <a:t> 5.Alex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800" dirty="0"/>
              <a:t>What is Number System Converter?</a:t>
            </a:r>
          </a:p>
          <a:p>
            <a:endParaRPr lang="en-US" sz="800" dirty="0"/>
          </a:p>
          <a:p>
            <a:r>
              <a:rPr lang="en-US" sz="800" dirty="0"/>
              <a:t>🔢 PURPOSE:</a:t>
            </a:r>
          </a:p>
          <a:p>
            <a:r>
              <a:rPr lang="en-US" sz="800" dirty="0"/>
              <a:t>• Mobile application for converting numbers between different number systems</a:t>
            </a:r>
          </a:p>
          <a:p>
            <a:r>
              <a:rPr lang="en-US" sz="800" dirty="0"/>
              <a:t>• Supports Binary, Octal, Decimal, and Hexadecimal conversions</a:t>
            </a:r>
          </a:p>
          <a:p>
            <a:r>
              <a:rPr lang="en-US" sz="800" dirty="0"/>
              <a:t>• Cross-platform (Android &amp; iOS)</a:t>
            </a:r>
          </a:p>
          <a:p>
            <a:endParaRPr lang="en-US" sz="800" dirty="0"/>
          </a:p>
          <a:p>
            <a:r>
              <a:rPr lang="en-US" sz="800" dirty="0"/>
              <a:t>🎯 KEY FEATURES:</a:t>
            </a:r>
          </a:p>
          <a:p>
            <a:r>
              <a:rPr lang="en-US" sz="800" dirty="0"/>
              <a:t>• Real-time conversion</a:t>
            </a:r>
          </a:p>
          <a:p>
            <a:r>
              <a:rPr lang="en-US" sz="800" dirty="0"/>
              <a:t>• Input validation  </a:t>
            </a:r>
          </a:p>
          <a:p>
            <a:r>
              <a:rPr lang="en-US" sz="800" dirty="0"/>
              <a:t>• Conversion history</a:t>
            </a:r>
          </a:p>
          <a:p>
            <a:r>
              <a:rPr lang="en-US" sz="800" dirty="0"/>
              <a:t>• User-friendly interface</a:t>
            </a:r>
          </a:p>
          <a:p>
            <a:r>
              <a:rPr lang="en-US" sz="800" dirty="0"/>
              <a:t>• Offline functionality</a:t>
            </a:r>
          </a:p>
          <a:p>
            <a:endParaRPr lang="en-US" sz="800" dirty="0"/>
          </a:p>
          <a:p>
            <a:r>
              <a:rPr lang="en-US" sz="800" dirty="0"/>
              <a:t>TARGET USERS:</a:t>
            </a:r>
          </a:p>
          <a:p>
            <a:r>
              <a:rPr lang="en-US" sz="800" dirty="0"/>
              <a:t>• Computer science students</a:t>
            </a:r>
          </a:p>
          <a:p>
            <a:r>
              <a:rPr lang="en-US" sz="800" dirty="0"/>
              <a:t>• Programming enthusiasts</a:t>
            </a:r>
          </a:p>
          <a:p>
            <a:r>
              <a:rPr lang="en-US" sz="800" dirty="0"/>
              <a:t>• Mathematics learners</a:t>
            </a:r>
          </a:p>
          <a:p>
            <a:r>
              <a:rPr lang="en-US" sz="800" dirty="0"/>
              <a:t>• IT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78726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Why This Project?</a:t>
            </a:r>
          </a:p>
          <a:p>
            <a:endParaRPr lang="en-US" dirty="0"/>
          </a:p>
          <a:p>
            <a:r>
              <a:rPr lang="en-US" dirty="0"/>
              <a:t>❌ EXISTING CHALLENGES:</a:t>
            </a:r>
          </a:p>
          <a:p>
            <a:r>
              <a:rPr lang="en-US" dirty="0"/>
              <a:t>• Manual conversions are time-consuming and error-prone</a:t>
            </a:r>
          </a:p>
          <a:p>
            <a:r>
              <a:rPr lang="en-US" dirty="0"/>
              <a:t>• Limited mobile apps with comprehensive number system support</a:t>
            </a:r>
          </a:p>
          <a:p>
            <a:r>
              <a:rPr lang="en-US" dirty="0"/>
              <a:t>• Need for quick reference during programming and studies</a:t>
            </a:r>
          </a:p>
          <a:p>
            <a:r>
              <a:rPr lang="en-US" dirty="0"/>
              <a:t>• Academic requirement for automation project</a:t>
            </a:r>
          </a:p>
          <a:p>
            <a:endParaRPr lang="en-US" dirty="0"/>
          </a:p>
          <a:p>
            <a:r>
              <a:rPr lang="en-US" dirty="0"/>
              <a:t>✅ OUR SOLUTION:</a:t>
            </a:r>
          </a:p>
          <a:p>
            <a:r>
              <a:rPr lang="en-US" dirty="0"/>
              <a:t>• Instant, accurate conversions</a:t>
            </a:r>
          </a:p>
          <a:p>
            <a:r>
              <a:rPr lang="en-US" dirty="0"/>
              <a:t>• All major number systems in one app</a:t>
            </a:r>
          </a:p>
          <a:p>
            <a:r>
              <a:rPr lang="en-US" dirty="0"/>
              <a:t>• Mobile accessibility</a:t>
            </a:r>
          </a:p>
          <a:p>
            <a:r>
              <a:rPr lang="en-US" dirty="0"/>
              <a:t>• Educational tool for learning</a:t>
            </a:r>
          </a:p>
        </p:txBody>
      </p:sp>
    </p:spTree>
    <p:extLst>
      <p:ext uri="{BB962C8B-B14F-4D97-AF65-F5344CB8AC3E}">
        <p14:creationId xmlns:p14="http://schemas.microsoft.com/office/powerpoint/2010/main" val="2703672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Technology Stack</a:t>
            </a:r>
          </a:p>
          <a:p>
            <a:endParaRPr lang="en-US" dirty="0"/>
          </a:p>
          <a:p>
            <a:r>
              <a:rPr lang="en-US" dirty="0"/>
              <a:t>🛠 FRONTEND FRAMEWORK:</a:t>
            </a:r>
          </a:p>
          <a:p>
            <a:r>
              <a:rPr lang="en-US" dirty="0"/>
              <a:t>• React Native - Cross-platform development</a:t>
            </a:r>
          </a:p>
          <a:p>
            <a:r>
              <a:rPr lang="en-US" dirty="0"/>
              <a:t>• Expo - Development platform and tools</a:t>
            </a:r>
          </a:p>
          <a:p>
            <a:endParaRPr lang="en-US" dirty="0"/>
          </a:p>
          <a:p>
            <a:r>
              <a:rPr lang="en-US" dirty="0"/>
              <a:t>🎨 UI COMPONENTS:</a:t>
            </a:r>
          </a:p>
          <a:p>
            <a:r>
              <a:rPr lang="en-US" dirty="0"/>
              <a:t>• React Native Paper - Material Design components</a:t>
            </a:r>
          </a:p>
          <a:p>
            <a:r>
              <a:rPr lang="en-US" dirty="0"/>
              <a:t>• Expo Router - Navigation system</a:t>
            </a:r>
          </a:p>
          <a:p>
            <a:endParaRPr lang="en-US" dirty="0"/>
          </a:p>
          <a:p>
            <a:r>
              <a:rPr lang="en-US" dirty="0"/>
              <a:t>📱 PLATFORM SUPPORT:</a:t>
            </a:r>
          </a:p>
          <a:p>
            <a:r>
              <a:rPr lang="en-US" dirty="0"/>
              <a:t>• Android (APK &amp; Expo Go)</a:t>
            </a:r>
          </a:p>
          <a:p>
            <a:r>
              <a:rPr lang="en-US" dirty="0"/>
              <a:t>• iOS (Simulator &amp; Expo Go) </a:t>
            </a:r>
          </a:p>
          <a:p>
            <a:r>
              <a:rPr lang="en-US" dirty="0"/>
              <a:t>• Web Browser</a:t>
            </a:r>
          </a:p>
        </p:txBody>
      </p:sp>
    </p:spTree>
    <p:extLst>
      <p:ext uri="{BB962C8B-B14F-4D97-AF65-F5344CB8AC3E}">
        <p14:creationId xmlns:p14="http://schemas.microsoft.com/office/powerpoint/2010/main" val="112374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Application Structure</a:t>
            </a:r>
          </a:p>
          <a:p>
            <a:endParaRPr lang="en-US" dirty="0"/>
          </a:p>
          <a:p>
            <a:r>
              <a:rPr lang="en-US" dirty="0" err="1"/>
              <a:t>NumberSystemConverter</a:t>
            </a:r>
            <a:r>
              <a:rPr lang="en-US" dirty="0"/>
              <a:t>/</a:t>
            </a:r>
          </a:p>
          <a:p>
            <a:r>
              <a:rPr lang="en-US" dirty="0"/>
              <a:t>├── App.js (Root Component)</a:t>
            </a:r>
          </a:p>
          <a:p>
            <a:r>
              <a:rPr lang="en-US" dirty="0"/>
              <a:t>├── src/</a:t>
            </a:r>
          </a:p>
          <a:p>
            <a:r>
              <a:rPr lang="en-US" dirty="0"/>
              <a:t>│   ├── components/</a:t>
            </a:r>
          </a:p>
          <a:p>
            <a:r>
              <a:rPr lang="en-US" dirty="0"/>
              <a:t>│   │   ├── ConversionForm.js</a:t>
            </a:r>
          </a:p>
          <a:p>
            <a:r>
              <a:rPr lang="en-US" dirty="0"/>
              <a:t>│   │   ├── ResultDisplay.js</a:t>
            </a:r>
          </a:p>
          <a:p>
            <a:r>
              <a:rPr lang="en-US" dirty="0"/>
              <a:t>│   │   └── HistoryList.js</a:t>
            </a:r>
          </a:p>
          <a:p>
            <a:r>
              <a:rPr lang="en-US" dirty="0"/>
              <a:t>│   ├── screens/</a:t>
            </a:r>
          </a:p>
          <a:p>
            <a:r>
              <a:rPr lang="en-US" dirty="0"/>
              <a:t>│   │   ├── HomeScreen.js</a:t>
            </a:r>
          </a:p>
          <a:p>
            <a:r>
              <a:rPr lang="en-US" dirty="0"/>
              <a:t>│   │   └── HistoryScreen.js</a:t>
            </a:r>
          </a:p>
          <a:p>
            <a:r>
              <a:rPr lang="en-US" dirty="0"/>
              <a:t>│   ├── </a:t>
            </a:r>
            <a:r>
              <a:rPr lang="en-US" dirty="0" err="1"/>
              <a:t>utils</a:t>
            </a:r>
            <a:r>
              <a:rPr lang="en-US" dirty="0"/>
              <a:t>/</a:t>
            </a:r>
          </a:p>
          <a:p>
            <a:r>
              <a:rPr lang="en-US" dirty="0"/>
              <a:t>│   │   └── converters.js</a:t>
            </a:r>
          </a:p>
          <a:p>
            <a:r>
              <a:rPr lang="en-US" dirty="0"/>
              <a:t>│   └── styles/</a:t>
            </a:r>
          </a:p>
          <a:p>
            <a:r>
              <a:rPr lang="en-US" dirty="0"/>
              <a:t>│       └── common.js</a:t>
            </a:r>
          </a:p>
          <a:p>
            <a:endParaRPr lang="en-US" dirty="0"/>
          </a:p>
          <a:p>
            <a:r>
              <a:rPr lang="en-US" dirty="0"/>
              <a:t>Navigation Flow:</a:t>
            </a:r>
          </a:p>
          <a:p>
            <a:r>
              <a:rPr lang="en-US" dirty="0"/>
              <a:t>Home Screen (Converter) ↔ History Screen</a:t>
            </a:r>
          </a:p>
        </p:txBody>
      </p:sp>
    </p:spTree>
    <p:extLst>
      <p:ext uri="{BB962C8B-B14F-4D97-AF65-F5344CB8AC3E}">
        <p14:creationId xmlns:p14="http://schemas.microsoft.com/office/powerpoint/2010/main" val="406717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What Our App Does</a:t>
            </a:r>
          </a:p>
          <a:p>
            <a:endParaRPr lang="en-US" dirty="0"/>
          </a:p>
          <a:p>
            <a:r>
              <a:rPr lang="en-US" dirty="0"/>
              <a:t>1. MULTI-SYSTEM CONVERSION</a:t>
            </a:r>
          </a:p>
          <a:p>
            <a:r>
              <a:rPr lang="en-US" dirty="0"/>
              <a:t>   • Binary ↔ Octal ↔ Decimal ↔ Hexadecimal</a:t>
            </a:r>
          </a:p>
          <a:p>
            <a:r>
              <a:rPr lang="en-US" dirty="0"/>
              <a:t>   • Real-time calculation</a:t>
            </a:r>
          </a:p>
          <a:p>
            <a:endParaRPr lang="en-US" dirty="0"/>
          </a:p>
          <a:p>
            <a:r>
              <a:rPr lang="en-US" dirty="0"/>
              <a:t>2. INPUT VALIDATION</a:t>
            </a:r>
          </a:p>
          <a:p>
            <a:r>
              <a:rPr lang="en-US" dirty="0"/>
              <a:t>   • Automatic format checking</a:t>
            </a:r>
          </a:p>
          <a:p>
            <a:r>
              <a:rPr lang="en-US" dirty="0"/>
              <a:t>   • Error messages for invalid inputs</a:t>
            </a:r>
          </a:p>
          <a:p>
            <a:endParaRPr lang="en-US" dirty="0"/>
          </a:p>
          <a:p>
            <a:r>
              <a:rPr lang="en-US" dirty="0"/>
              <a:t>3. USER EXPERIENCE  </a:t>
            </a:r>
          </a:p>
          <a:p>
            <a:r>
              <a:rPr lang="en-US" dirty="0"/>
              <a:t>   • Clean, intuitive interface</a:t>
            </a:r>
          </a:p>
          <a:p>
            <a:r>
              <a:rPr lang="en-US" dirty="0"/>
              <a:t>   • Quick conversion buttons</a:t>
            </a:r>
          </a:p>
          <a:p>
            <a:r>
              <a:rPr lang="en-US" dirty="0"/>
              <a:t>   • History tracking</a:t>
            </a:r>
          </a:p>
          <a:p>
            <a:endParaRPr lang="en-US" dirty="0"/>
          </a:p>
          <a:p>
            <a:r>
              <a:rPr lang="en-US" dirty="0"/>
              <a:t>4. RESULTS DISPLAY</a:t>
            </a:r>
          </a:p>
          <a:p>
            <a:r>
              <a:rPr lang="en-US" dirty="0"/>
              <a:t>   • Clear output formatting</a:t>
            </a:r>
          </a:p>
          <a:p>
            <a:r>
              <a:rPr lang="en-US" dirty="0"/>
              <a:t>   • Copy-to-clipboard functionality</a:t>
            </a:r>
          </a:p>
          <a:p>
            <a:r>
              <a:rPr lang="en-US" dirty="0"/>
              <a:t>   • Conversion details</a:t>
            </a:r>
          </a:p>
        </p:txBody>
      </p:sp>
    </p:spTree>
    <p:extLst>
      <p:ext uri="{BB962C8B-B14F-4D97-AF65-F5344CB8AC3E}">
        <p14:creationId xmlns:p14="http://schemas.microsoft.com/office/powerpoint/2010/main" val="322740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How Conversions Work</a:t>
            </a:r>
          </a:p>
          <a:p>
            <a:endParaRPr lang="en-US" dirty="0"/>
          </a:p>
          <a:p>
            <a:r>
              <a:rPr lang="en-US" dirty="0"/>
              <a:t>MATHEMATICAL FOUNDATION:</a:t>
            </a:r>
          </a:p>
          <a:p>
            <a:r>
              <a:rPr lang="en-US" dirty="0"/>
              <a:t>// Convert any base to decimal</a:t>
            </a:r>
          </a:p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decimalValue</a:t>
            </a:r>
            <a:r>
              <a:rPr lang="en-US" dirty="0"/>
              <a:t> = </a:t>
            </a:r>
            <a:r>
              <a:rPr lang="en-US" dirty="0" err="1"/>
              <a:t>parseInt</a:t>
            </a:r>
            <a:r>
              <a:rPr lang="en-US" dirty="0"/>
              <a:t>(</a:t>
            </a:r>
            <a:r>
              <a:rPr lang="en-US" dirty="0" err="1"/>
              <a:t>inputNumber</a:t>
            </a:r>
            <a:r>
              <a:rPr lang="en-US" dirty="0"/>
              <a:t>, </a:t>
            </a:r>
            <a:r>
              <a:rPr lang="en-US" dirty="0" err="1"/>
              <a:t>fromBase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// Convert decimal to any base  </a:t>
            </a:r>
          </a:p>
          <a:p>
            <a:r>
              <a:rPr lang="en-US" dirty="0" err="1"/>
              <a:t>const</a:t>
            </a:r>
            <a:r>
              <a:rPr lang="en-US" dirty="0"/>
              <a:t> result = </a:t>
            </a:r>
            <a:r>
              <a:rPr lang="en-US" dirty="0" err="1"/>
              <a:t>decimalValue.toString</a:t>
            </a:r>
            <a:r>
              <a:rPr lang="en-US" dirty="0"/>
              <a:t>(</a:t>
            </a:r>
            <a:r>
              <a:rPr lang="en-US" dirty="0" err="1"/>
              <a:t>toBase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SUPPORTED BASES:</a:t>
            </a:r>
          </a:p>
          <a:p>
            <a:r>
              <a:rPr lang="en-US" dirty="0"/>
              <a:t>• Binary (Base 2): 0-1</a:t>
            </a:r>
          </a:p>
          <a:p>
            <a:r>
              <a:rPr lang="en-US" dirty="0"/>
              <a:t>• Octal (Base 8): 0-7  </a:t>
            </a:r>
          </a:p>
          <a:p>
            <a:r>
              <a:rPr lang="en-US" dirty="0"/>
              <a:t>• Decimal (Base 10): 0-9</a:t>
            </a:r>
          </a:p>
          <a:p>
            <a:r>
              <a:rPr lang="en-US" dirty="0"/>
              <a:t>• Hexadecimal (Base 16): 0-9, </a:t>
            </a:r>
            <a:r>
              <a:rPr lang="en-US" sz="3600" dirty="0"/>
              <a:t>A-F</a:t>
            </a:r>
          </a:p>
          <a:p>
            <a:endParaRPr lang="en-US" dirty="0"/>
          </a:p>
          <a:p>
            <a:r>
              <a:rPr lang="en-US" dirty="0"/>
              <a:t>VALIDATION RULES:</a:t>
            </a:r>
          </a:p>
          <a:p>
            <a:r>
              <a:rPr lang="en-US" dirty="0"/>
              <a:t>• Binary: Only 0 and 1</a:t>
            </a:r>
          </a:p>
          <a:p>
            <a:r>
              <a:rPr lang="en-US" dirty="0"/>
              <a:t>• Octal: Digits 0-7</a:t>
            </a:r>
          </a:p>
          <a:p>
            <a:r>
              <a:rPr lang="en-US" dirty="0"/>
              <a:t>• Decimal: Digits 0-9</a:t>
            </a:r>
          </a:p>
          <a:p>
            <a:r>
              <a:rPr lang="en-US" dirty="0"/>
              <a:t>• Hexadecimal: Digits 0-9, A-F</a:t>
            </a:r>
          </a:p>
        </p:txBody>
      </p:sp>
    </p:spTree>
    <p:extLst>
      <p:ext uri="{BB962C8B-B14F-4D97-AF65-F5344CB8AC3E}">
        <p14:creationId xmlns:p14="http://schemas.microsoft.com/office/powerpoint/2010/main" val="213853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INTERFACE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App Screens &amp; Design</a:t>
            </a:r>
          </a:p>
          <a:p>
            <a:endParaRPr lang="en-US" dirty="0"/>
          </a:p>
          <a:p>
            <a:r>
              <a:rPr lang="en-US" dirty="0"/>
              <a:t>HOME SCREEN (CONVERTER):</a:t>
            </a:r>
          </a:p>
          <a:p>
            <a:r>
              <a:rPr lang="en-US" dirty="0"/>
              <a:t>• Number input field</a:t>
            </a:r>
          </a:p>
          <a:p>
            <a:r>
              <a:rPr lang="en-US" dirty="0"/>
              <a:t>• Source/Target base selectors</a:t>
            </a:r>
          </a:p>
          <a:p>
            <a:r>
              <a:rPr lang="en-US" dirty="0"/>
              <a:t>• Convert/Clear buttons</a:t>
            </a:r>
          </a:p>
          <a:p>
            <a:r>
              <a:rPr lang="en-US" dirty="0"/>
              <a:t>• Result display area</a:t>
            </a:r>
          </a:p>
          <a:p>
            <a:endParaRPr lang="en-US" dirty="0"/>
          </a:p>
          <a:p>
            <a:r>
              <a:rPr lang="en-US" dirty="0"/>
              <a:t>HISTORY SCREEN:</a:t>
            </a:r>
          </a:p>
          <a:p>
            <a:r>
              <a:rPr lang="en-US" dirty="0"/>
              <a:t>• List of previous conversions</a:t>
            </a:r>
          </a:p>
          <a:p>
            <a:r>
              <a:rPr lang="en-US" dirty="0"/>
              <a:t>• Timestamp for each conversion</a:t>
            </a:r>
          </a:p>
          <a:p>
            <a:r>
              <a:rPr lang="en-US" dirty="0"/>
              <a:t>• Clear history option</a:t>
            </a:r>
          </a:p>
          <a:p>
            <a:r>
              <a:rPr lang="en-US" dirty="0"/>
              <a:t>• Reuse previous results</a:t>
            </a:r>
          </a:p>
          <a:p>
            <a:endParaRPr lang="en-US" dirty="0"/>
          </a:p>
          <a:p>
            <a:r>
              <a:rPr lang="en-US" dirty="0"/>
              <a:t>DESIGN PRINCIPLES:</a:t>
            </a:r>
          </a:p>
          <a:p>
            <a:r>
              <a:rPr lang="en-US" dirty="0"/>
              <a:t>• Material Design guidelines</a:t>
            </a:r>
          </a:p>
          <a:p>
            <a:r>
              <a:rPr lang="en-US" dirty="0"/>
              <a:t>• Consistent color scheme (#6200ee primary)</a:t>
            </a:r>
          </a:p>
          <a:p>
            <a:r>
              <a:rPr lang="en-US" dirty="0"/>
              <a:t>• Responsive layout</a:t>
            </a:r>
          </a:p>
          <a:p>
            <a:r>
              <a:rPr lang="en-US" dirty="0"/>
              <a:t>• Accessible touch targets</a:t>
            </a:r>
          </a:p>
        </p:txBody>
      </p:sp>
    </p:spTree>
    <p:extLst>
      <p:ext uri="{BB962C8B-B14F-4D97-AF65-F5344CB8AC3E}">
        <p14:creationId xmlns:p14="http://schemas.microsoft.com/office/powerpoint/2010/main" val="168493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AND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800" dirty="0"/>
              <a:t>App Screens &amp; Design</a:t>
            </a:r>
          </a:p>
          <a:p>
            <a:endParaRPr lang="en-US" sz="800" dirty="0"/>
          </a:p>
          <a:p>
            <a:r>
              <a:rPr lang="en-US" sz="800" dirty="0"/>
              <a:t>HOME SCREEN (CONVERTER):</a:t>
            </a:r>
          </a:p>
          <a:p>
            <a:r>
              <a:rPr lang="en-US" sz="800" dirty="0"/>
              <a:t>• Number input field</a:t>
            </a:r>
          </a:p>
          <a:p>
            <a:r>
              <a:rPr lang="en-US" sz="800" dirty="0"/>
              <a:t>• Source/Target base selectors</a:t>
            </a:r>
          </a:p>
          <a:p>
            <a:r>
              <a:rPr lang="en-US" sz="800" dirty="0"/>
              <a:t>• Convert/Clear buttons</a:t>
            </a:r>
          </a:p>
          <a:p>
            <a:r>
              <a:rPr lang="en-US" sz="800" dirty="0"/>
              <a:t>• Result display area</a:t>
            </a:r>
          </a:p>
          <a:p>
            <a:endParaRPr lang="en-US" sz="800" dirty="0"/>
          </a:p>
          <a:p>
            <a:r>
              <a:rPr lang="en-US" sz="800" dirty="0"/>
              <a:t>HISTORY SCREEN:</a:t>
            </a:r>
          </a:p>
          <a:p>
            <a:r>
              <a:rPr lang="en-US" sz="800" dirty="0"/>
              <a:t>• List of previous conversions</a:t>
            </a:r>
          </a:p>
          <a:p>
            <a:r>
              <a:rPr lang="en-US" sz="800" dirty="0"/>
              <a:t>• Timestamp for each conversion</a:t>
            </a:r>
          </a:p>
          <a:p>
            <a:r>
              <a:rPr lang="en-US" sz="800" dirty="0"/>
              <a:t>• Clear history option</a:t>
            </a:r>
          </a:p>
          <a:p>
            <a:r>
              <a:rPr lang="en-US" sz="800" dirty="0"/>
              <a:t>• Reuse previous results</a:t>
            </a:r>
          </a:p>
          <a:p>
            <a:endParaRPr lang="en-US" sz="800" dirty="0"/>
          </a:p>
          <a:p>
            <a:r>
              <a:rPr lang="en-US" sz="800" dirty="0"/>
              <a:t>DESIGN PRINCIPLES:</a:t>
            </a:r>
          </a:p>
          <a:p>
            <a:r>
              <a:rPr lang="en-US" sz="800" dirty="0"/>
              <a:t>• Material Design guidelines</a:t>
            </a:r>
          </a:p>
          <a:p>
            <a:r>
              <a:rPr lang="en-US" sz="800" dirty="0"/>
              <a:t>• Consistent color scheme (#6200ee primary)</a:t>
            </a:r>
          </a:p>
          <a:p>
            <a:r>
              <a:rPr lang="en-US" sz="800" dirty="0"/>
              <a:t>• Responsive layout</a:t>
            </a:r>
          </a:p>
          <a:p>
            <a:r>
              <a:rPr lang="en-US" sz="800" dirty="0"/>
              <a:t>• Accessible touch targets</a:t>
            </a:r>
          </a:p>
        </p:txBody>
      </p:sp>
    </p:spTree>
    <p:extLst>
      <p:ext uri="{BB962C8B-B14F-4D97-AF65-F5344CB8AC3E}">
        <p14:creationId xmlns:p14="http://schemas.microsoft.com/office/powerpoint/2010/main" val="112222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AND SETUP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/>
            </a:r>
            <a:b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</a:b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RUNNING THE PROJECT: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npx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expo start # Scan QR code with Expo Go app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2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How to Use the App</a:t>
            </a:r>
          </a:p>
          <a:p>
            <a:endParaRPr lang="en-US" dirty="0"/>
          </a:p>
          <a:p>
            <a:r>
              <a:rPr lang="en-US" dirty="0"/>
              <a:t>STEP-BY-STEP GUIDE:</a:t>
            </a:r>
          </a:p>
          <a:p>
            <a:endParaRPr lang="en-US" dirty="0"/>
          </a:p>
          <a:p>
            <a:r>
              <a:rPr lang="en-US" dirty="0"/>
              <a:t>1. LAUNCH THE APP</a:t>
            </a:r>
          </a:p>
          <a:p>
            <a:r>
              <a:rPr lang="en-US" dirty="0"/>
              <a:t>   • Open Expo Go on your phone</a:t>
            </a:r>
          </a:p>
          <a:p>
            <a:r>
              <a:rPr lang="en-US" dirty="0"/>
              <a:t>   • Scan QR code from development server</a:t>
            </a:r>
          </a:p>
          <a:p>
            <a:endParaRPr lang="en-US" dirty="0"/>
          </a:p>
          <a:p>
            <a:r>
              <a:rPr lang="en-US" dirty="0"/>
              <a:t>2. PERFORM CONVERSION:</a:t>
            </a:r>
          </a:p>
          <a:p>
            <a:r>
              <a:rPr lang="en-US" dirty="0"/>
              <a:t>   • Enter number in input field</a:t>
            </a:r>
          </a:p>
          <a:p>
            <a:r>
              <a:rPr lang="en-US" dirty="0"/>
              <a:t>   • Select source number system</a:t>
            </a:r>
          </a:p>
          <a:p>
            <a:r>
              <a:rPr lang="en-US" dirty="0"/>
              <a:t>   • Select target number system  </a:t>
            </a:r>
          </a:p>
          <a:p>
            <a:r>
              <a:rPr lang="en-US" dirty="0"/>
              <a:t>   • Press "Convert" button</a:t>
            </a:r>
          </a:p>
          <a:p>
            <a:r>
              <a:rPr lang="en-US" dirty="0"/>
              <a:t>   • View result instantly</a:t>
            </a:r>
          </a:p>
          <a:p>
            <a:endParaRPr lang="en-US" dirty="0"/>
          </a:p>
          <a:p>
            <a:r>
              <a:rPr lang="en-US" dirty="0"/>
              <a:t>3. VIEW HISTORY:</a:t>
            </a:r>
          </a:p>
          <a:p>
            <a:r>
              <a:rPr lang="en-US" dirty="0"/>
              <a:t>   • Switch to History tab</a:t>
            </a:r>
          </a:p>
          <a:p>
            <a:r>
              <a:rPr lang="en-US" dirty="0"/>
              <a:t>   • Browse previous conversions</a:t>
            </a:r>
          </a:p>
          <a:p>
            <a:r>
              <a:rPr lang="en-US" dirty="0"/>
              <a:t>   • Clear history if needed</a:t>
            </a:r>
          </a:p>
        </p:txBody>
      </p:sp>
    </p:spTree>
    <p:extLst>
      <p:ext uri="{BB962C8B-B14F-4D97-AF65-F5344CB8AC3E}">
        <p14:creationId xmlns:p14="http://schemas.microsoft.com/office/powerpoint/2010/main" val="79199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AND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Quality Assurance</a:t>
            </a:r>
          </a:p>
          <a:p>
            <a:r>
              <a:rPr lang="en-US" dirty="0" smtClean="0"/>
              <a:t>TEST </a:t>
            </a:r>
            <a:r>
              <a:rPr lang="en-US" dirty="0"/>
              <a:t>CASES COVERED:</a:t>
            </a:r>
          </a:p>
          <a:p>
            <a:r>
              <a:rPr lang="en-US" dirty="0"/>
              <a:t>✅ VALID CONVERSIONS:</a:t>
            </a:r>
          </a:p>
          <a:p>
            <a:r>
              <a:rPr lang="en-US" dirty="0"/>
              <a:t>• Binary to Decimal: 1101 → 13</a:t>
            </a:r>
          </a:p>
          <a:p>
            <a:r>
              <a:rPr lang="en-US" dirty="0"/>
              <a:t>• Decimal to Hex: 255 → FF</a:t>
            </a:r>
          </a:p>
          <a:p>
            <a:r>
              <a:rPr lang="en-US" dirty="0"/>
              <a:t>• Octal to Binary: 175 → 1111101</a:t>
            </a:r>
          </a:p>
          <a:p>
            <a:r>
              <a:rPr lang="en-US" dirty="0" smtClean="0"/>
              <a:t>✅ </a:t>
            </a:r>
            <a:r>
              <a:rPr lang="en-US" dirty="0"/>
              <a:t>ERROR HANDLING:</a:t>
            </a:r>
          </a:p>
          <a:p>
            <a:r>
              <a:rPr lang="en-US" dirty="0"/>
              <a:t>• Invalid binary: 1201 → Error</a:t>
            </a:r>
          </a:p>
          <a:p>
            <a:r>
              <a:rPr lang="en-US" dirty="0"/>
              <a:t>• Invalid octal: 89 → Error  </a:t>
            </a:r>
          </a:p>
          <a:p>
            <a:r>
              <a:rPr lang="en-US" dirty="0"/>
              <a:t>• Empty input → Error message</a:t>
            </a:r>
          </a:p>
          <a:p>
            <a:r>
              <a:rPr lang="en-US" dirty="0" smtClean="0"/>
              <a:t>✅ </a:t>
            </a:r>
            <a:r>
              <a:rPr lang="en-US" dirty="0"/>
              <a:t>EDGE CASES:</a:t>
            </a:r>
          </a:p>
          <a:p>
            <a:r>
              <a:rPr lang="en-US" dirty="0"/>
              <a:t>• Zero values: 0 → 0</a:t>
            </a:r>
          </a:p>
          <a:p>
            <a:r>
              <a:rPr lang="en-US" dirty="0"/>
              <a:t>• Large numbers</a:t>
            </a:r>
          </a:p>
          <a:p>
            <a:r>
              <a:rPr lang="en-US" dirty="0"/>
              <a:t>• Boundary values</a:t>
            </a:r>
          </a:p>
          <a:p>
            <a:r>
              <a:rPr lang="en-US" smtClean="0"/>
              <a:t>TESTING </a:t>
            </a:r>
            <a:r>
              <a:rPr lang="en-US" dirty="0"/>
              <a:t>PLATFORMS:</a:t>
            </a:r>
          </a:p>
          <a:p>
            <a:r>
              <a:rPr lang="en-US" dirty="0"/>
              <a:t>• Android physical devices</a:t>
            </a:r>
          </a:p>
          <a:p>
            <a:r>
              <a:rPr lang="en-US" dirty="0"/>
              <a:t>• iOS simulators</a:t>
            </a:r>
          </a:p>
          <a:p>
            <a:r>
              <a:rPr lang="en-US" dirty="0"/>
              <a:t>• Expo Go app</a:t>
            </a:r>
          </a:p>
          <a:p>
            <a:r>
              <a:rPr lang="en-US" dirty="0"/>
              <a:t>• Web browsers</a:t>
            </a:r>
          </a:p>
        </p:txBody>
      </p:sp>
    </p:spTree>
    <p:extLst>
      <p:ext uri="{BB962C8B-B14F-4D97-AF65-F5344CB8AC3E}">
        <p14:creationId xmlns:p14="http://schemas.microsoft.com/office/powerpoint/2010/main" val="9290988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788</Words>
  <Application>Microsoft Office PowerPoint</Application>
  <PresentationFormat>Widescreen</PresentationFormat>
  <Paragraphs>200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Menlo</vt:lpstr>
      <vt:lpstr>Trebuchet MS</vt:lpstr>
      <vt:lpstr>Wingdings 3</vt:lpstr>
      <vt:lpstr>Facet</vt:lpstr>
      <vt:lpstr>NUMBER SYSTEM APP</vt:lpstr>
      <vt:lpstr>Automation of number system Team Members: </vt:lpstr>
      <vt:lpstr>PROJECT OVERVIEW</vt:lpstr>
      <vt:lpstr>PROBLEM STATEMENT</vt:lpstr>
      <vt:lpstr>TECHNICAL ARCHITECTURE</vt:lpstr>
      <vt:lpstr>SYSTEM DESIGN</vt:lpstr>
      <vt:lpstr>CORE FEATURES</vt:lpstr>
      <vt:lpstr>CONVERSION LOGIC</vt:lpstr>
      <vt:lpstr>USER INTERFACE </vt:lpstr>
      <vt:lpstr>INSTALLATION AND SETUP</vt:lpstr>
      <vt:lpstr>INSTALLATION AND SETUP</vt:lpstr>
      <vt:lpstr>USAGE INSTRUCTIONS</vt:lpstr>
      <vt:lpstr>TESTING AND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SYSTEM APP</dc:title>
  <dc:creator>Joan</dc:creator>
  <cp:lastModifiedBy>Joan</cp:lastModifiedBy>
  <cp:revision>4</cp:revision>
  <dcterms:created xsi:type="dcterms:W3CDTF">2025-11-03T06:48:56Z</dcterms:created>
  <dcterms:modified xsi:type="dcterms:W3CDTF">2025-11-03T07:38:49Z</dcterms:modified>
</cp:coreProperties>
</file>